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297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26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762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934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07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14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81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675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693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5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751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309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MQTT Laboratory</a:t>
            </a:r>
            <a:r>
              <a:rPr lang="en-US"/>
              <a:t> </a:t>
            </a:r>
            <a:r>
              <a:rPr lang="en-US" dirty="0"/>
              <a:t>- ABB IRB1600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Digital Twin, IoT Communication, and Robotics Integration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236EF79-B5A3-9BEA-0BE6-0E06C62A42D1}"/>
              </a:ext>
            </a:extLst>
          </p:cNvPr>
          <p:cNvSpPr txBox="1">
            <a:spLocks/>
          </p:cNvSpPr>
          <p:nvPr/>
        </p:nvSpPr>
        <p:spPr>
          <a:xfrm>
            <a:off x="2396319" y="4347634"/>
            <a:ext cx="5618515" cy="977621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marL="0" indent="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5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35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2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17145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057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24003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Balog Bogdan Gheorghe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In this laboratory, you will explore MQTT communication for robotics.</a:t>
            </a:r>
          </a:p>
          <a:p>
            <a:pPr marL="0" indent="0">
              <a:buNone/>
            </a:pPr>
            <a:r>
              <a:rPr dirty="0"/>
              <a:t>The goal is to understand how to connect Python, ESP8266, and industrial robots using MQTT as a communication protocol for IoT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MQTT?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dirty="0"/>
              <a:t>MQTT (Message Queuing Telemetry Transport) is a lightweight, low-bandwidth protocol for machine-to-machine (M2M) communication.</a:t>
            </a:r>
          </a:p>
          <a:p>
            <a:pPr marL="0" indent="0">
              <a:buNone/>
            </a:pPr>
            <a:r>
              <a:rPr dirty="0"/>
              <a:t>It is commonly used in IoT applications where devices need to exchange small data packets efficiently.</a:t>
            </a:r>
          </a:p>
          <a:p>
            <a:pPr marL="0" indent="0">
              <a:buNone/>
            </a:pPr>
            <a:r>
              <a:rPr dirty="0"/>
              <a:t>Source: https://www.spiceworks.com/tech/iot/articles</a:t>
            </a:r>
            <a:r>
              <a:rPr sz="2800" dirty="0"/>
              <a:t>/what-is-mqtt/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1 - Python &amp; Robot IRB1600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sz="2800" dirty="0"/>
              <a:t>This task demonstrates how Python can control a robot (IRB1600) through MQTT messages.</a:t>
            </a:r>
          </a:p>
          <a:p>
            <a:pPr marL="0" indent="0">
              <a:buNone/>
            </a:pPr>
            <a:endParaRPr sz="2800" dirty="0"/>
          </a:p>
          <a:p>
            <a:pPr marL="0" indent="0">
              <a:buNone/>
            </a:pPr>
            <a:r>
              <a:rPr sz="2800" dirty="0"/>
              <a:t>A Python MQTT client listens for messages from a broker and forwards commands via a TCP socket to the robot.</a:t>
            </a:r>
          </a:p>
          <a:p>
            <a:pPr marL="0" indent="0">
              <a:buNone/>
            </a:pPr>
            <a:endParaRPr sz="2800" dirty="0"/>
          </a:p>
          <a:p>
            <a:pPr marL="0" indent="0">
              <a:buNone/>
            </a:pPr>
            <a:r>
              <a:rPr sz="2800" dirty="0"/>
              <a:t>Video Reference: https://youtu.be/E-Gvn6QCAYc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1 - Code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sz="2800" dirty="0"/>
              <a:t>The Python script performs the following steps:</a:t>
            </a:r>
          </a:p>
          <a:p>
            <a:pPr marL="0" indent="0">
              <a:buNone/>
            </a:pPr>
            <a:r>
              <a:rPr sz="2800" dirty="0"/>
              <a:t>1. Connects to an MQTT broker and subscribes to '</a:t>
            </a:r>
            <a:r>
              <a:rPr sz="2800" dirty="0" err="1"/>
              <a:t>button_topic</a:t>
            </a:r>
            <a:r>
              <a:rPr sz="2800" dirty="0"/>
              <a:t>/</a:t>
            </a:r>
            <a:r>
              <a:rPr sz="2800" dirty="0" err="1"/>
              <a:t>mqtt</a:t>
            </a:r>
            <a:r>
              <a:rPr sz="2800" dirty="0"/>
              <a:t>'.</a:t>
            </a:r>
          </a:p>
          <a:p>
            <a:pPr marL="0" indent="0">
              <a:buNone/>
            </a:pPr>
            <a:r>
              <a:rPr sz="2800" dirty="0"/>
              <a:t>2. Listens for messages.</a:t>
            </a:r>
          </a:p>
          <a:p>
            <a:pPr marL="0" indent="0">
              <a:buNone/>
            </a:pPr>
            <a:r>
              <a:rPr sz="2800" dirty="0"/>
              <a:t>3. Opens a TCP connection to the robot (192.168.125.1:1500).</a:t>
            </a:r>
          </a:p>
          <a:p>
            <a:pPr marL="0" indent="0">
              <a:buNone/>
            </a:pPr>
            <a:r>
              <a:rPr sz="2800" dirty="0"/>
              <a:t>4. Sends control commands ('aplicatia_1' or 'aplicatia_2').</a:t>
            </a:r>
          </a:p>
          <a:p>
            <a:pPr marL="0" indent="0">
              <a:buNone/>
            </a:pPr>
            <a:r>
              <a:rPr sz="2800" dirty="0"/>
              <a:t>5. Receives and prints the robot's response.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Publisher MQTT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sz="2800" dirty="0"/>
              <a:t>A Python GUI using </a:t>
            </a:r>
            <a:r>
              <a:rPr sz="2800" dirty="0" err="1"/>
              <a:t>Tkinter</a:t>
            </a:r>
            <a:r>
              <a:rPr sz="2800" dirty="0"/>
              <a:t> publishes MQTT messages via button presses.</a:t>
            </a:r>
          </a:p>
          <a:p>
            <a:pPr marL="0" indent="0">
              <a:buNone/>
            </a:pPr>
            <a:endParaRPr sz="2800" dirty="0"/>
          </a:p>
          <a:p>
            <a:pPr marL="0" indent="0">
              <a:buNone/>
            </a:pPr>
            <a:r>
              <a:rPr sz="2800" dirty="0"/>
              <a:t>Features:</a:t>
            </a:r>
          </a:p>
          <a:p>
            <a:pPr marL="0" indent="0">
              <a:buNone/>
            </a:pPr>
            <a:r>
              <a:rPr sz="2800" dirty="0"/>
              <a:t>- Three buttons with images.</a:t>
            </a:r>
          </a:p>
          <a:p>
            <a:pPr marL="0" indent="0">
              <a:buNone/>
            </a:pPr>
            <a:r>
              <a:rPr sz="2800" dirty="0"/>
              <a:t>- Each button sends a message to the MQTT topic when clicked.</a:t>
            </a:r>
          </a:p>
          <a:p>
            <a:pPr marL="0" indent="0">
              <a:buNone/>
            </a:pPr>
            <a:r>
              <a:rPr sz="2800" dirty="0"/>
              <a:t>- Displays connection status ('Connected' / 'Not Connected').</a:t>
            </a:r>
          </a:p>
          <a:p>
            <a:pPr marL="0" indent="0">
              <a:buNone/>
            </a:pPr>
            <a:r>
              <a:rPr sz="2800" dirty="0"/>
              <a:t>- Uses </a:t>
            </a:r>
            <a:r>
              <a:rPr sz="2800" dirty="0" err="1"/>
              <a:t>Paho</a:t>
            </a:r>
            <a:r>
              <a:rPr sz="2800" dirty="0"/>
              <a:t> MQTT library for communicatio</a:t>
            </a:r>
            <a:r>
              <a:rPr dirty="0"/>
              <a:t>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2 - ESP8266 Subscriber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sz="2800" dirty="0"/>
              <a:t>This task demonstrates MQTT communication between a phone app and an ESP8266 microcontroller.</a:t>
            </a:r>
          </a:p>
          <a:p>
            <a:pPr marL="0" indent="0">
              <a:buNone/>
            </a:pPr>
            <a:endParaRPr sz="2800" dirty="0"/>
          </a:p>
          <a:p>
            <a:pPr marL="0" indent="0">
              <a:buNone/>
            </a:pPr>
            <a:r>
              <a:rPr sz="2800" dirty="0"/>
              <a:t>The ESP8266 subscribes to '</a:t>
            </a:r>
            <a:r>
              <a:rPr sz="2800" dirty="0" err="1"/>
              <a:t>xarm</a:t>
            </a:r>
            <a:r>
              <a:rPr sz="2800" dirty="0"/>
              <a:t>/variables' and blinks its onboard LED based on JSON messages received via MQTT.</a:t>
            </a:r>
          </a:p>
          <a:p>
            <a:pPr marL="0" indent="0">
              <a:buNone/>
            </a:pPr>
            <a:endParaRPr sz="2800" dirty="0"/>
          </a:p>
          <a:p>
            <a:pPr marL="0" indent="0">
              <a:buNone/>
            </a:pPr>
            <a:r>
              <a:rPr sz="2800" dirty="0"/>
              <a:t>Example JSON:</a:t>
            </a:r>
          </a:p>
          <a:p>
            <a:pPr marL="0" indent="0">
              <a:buNone/>
            </a:pPr>
            <a:r>
              <a:rPr sz="2800" dirty="0"/>
              <a:t>{ 'variable1': 'a', 'variable2': 5 } → LED blinks 5 times at 1-second intervals.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ESP8266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600" dirty="0"/>
              <a:t>1. Connects to Wi-Fi and MQTT broker.</a:t>
            </a:r>
          </a:p>
          <a:p>
            <a:pPr marL="0" indent="0">
              <a:buNone/>
            </a:pPr>
            <a:r>
              <a:rPr sz="2600" dirty="0"/>
              <a:t>2. Subscribes to topic '</a:t>
            </a:r>
            <a:r>
              <a:rPr sz="2600" dirty="0" err="1"/>
              <a:t>xarm</a:t>
            </a:r>
            <a:r>
              <a:rPr sz="2600" dirty="0"/>
              <a:t>/variables'.</a:t>
            </a:r>
          </a:p>
          <a:p>
            <a:pPr marL="0" indent="0">
              <a:buNone/>
            </a:pPr>
            <a:r>
              <a:rPr sz="2600" dirty="0"/>
              <a:t>3. Parses JSON messages with </a:t>
            </a:r>
            <a:r>
              <a:rPr sz="2600" dirty="0" err="1"/>
              <a:t>ArduinoJson</a:t>
            </a:r>
            <a:r>
              <a:rPr sz="2600" dirty="0"/>
              <a:t>.</a:t>
            </a:r>
          </a:p>
          <a:p>
            <a:pPr marL="0" indent="0">
              <a:buNone/>
            </a:pPr>
            <a:r>
              <a:rPr sz="2600" dirty="0"/>
              <a:t>4. Queues commands for sequential processing.</a:t>
            </a:r>
          </a:p>
          <a:p>
            <a:pPr marL="0" indent="0">
              <a:buNone/>
            </a:pPr>
            <a:r>
              <a:rPr sz="2600" dirty="0"/>
              <a:t>5. Controls LED blinking based on received instructions.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2600" dirty="0"/>
              <a:t>• Python and ESP8266 both use MQTT for robot and IoT communication.</a:t>
            </a:r>
          </a:p>
          <a:p>
            <a:pPr marL="0" indent="0">
              <a:buNone/>
            </a:pPr>
            <a:r>
              <a:rPr sz="2600" dirty="0"/>
              <a:t>• MQTT ensures low-latency and efficient data exchange.</a:t>
            </a:r>
          </a:p>
          <a:p>
            <a:pPr marL="0" indent="0">
              <a:buNone/>
            </a:pPr>
            <a:r>
              <a:rPr sz="2600" dirty="0"/>
              <a:t>• Digital Twin mirrors real-time robot actions.</a:t>
            </a:r>
          </a:p>
          <a:p>
            <a:pPr marL="0" indent="0">
              <a:buNone/>
            </a:pPr>
            <a:r>
              <a:rPr sz="2600" dirty="0"/>
              <a:t>• This lab integrates Robot + Python + ESP8266 over MQTT.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E7D76FDD2C1F49804D3DCAFEF7EFED" ma:contentTypeVersion="0" ma:contentTypeDescription="Creați un document nou." ma:contentTypeScope="" ma:versionID="0165a9201a37e2bc7f57ae33068ec8d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97760a3e2f8c8486f742e24181be012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4715742-9510-4AC5-8100-D16444FB4AAA}"/>
</file>

<file path=customXml/itemProps2.xml><?xml version="1.0" encoding="utf-8"?>
<ds:datastoreItem xmlns:ds="http://schemas.openxmlformats.org/officeDocument/2006/customXml" ds:itemID="{8B0EFD8F-E5E7-404F-BB48-048BF2932967}"/>
</file>

<file path=customXml/itemProps3.xml><?xml version="1.0" encoding="utf-8"?>
<ds:datastoreItem xmlns:ds="http://schemas.openxmlformats.org/officeDocument/2006/customXml" ds:itemID="{73914669-F541-428D-9396-8C3B5A3DAD83}"/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</TotalTime>
  <Words>444</Words>
  <Application>Microsoft Office PowerPoint</Application>
  <PresentationFormat>On-screen Show (4:3)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MQTT Laboratory - ABB IRB1600</vt:lpstr>
      <vt:lpstr>Overview</vt:lpstr>
      <vt:lpstr>What Is MQTT?</vt:lpstr>
      <vt:lpstr>Task 1 - Python &amp; Robot IRB1600</vt:lpstr>
      <vt:lpstr>Task 1 - Code Summary</vt:lpstr>
      <vt:lpstr>Publisher MQTT Interface</vt:lpstr>
      <vt:lpstr>Task 2 - ESP8266 Subscriber</vt:lpstr>
      <vt:lpstr>ESP8266 Workflow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MQTT Laboratory - ABB IRB1600</dc:title>
  <dc:subject/>
  <dc:creator/>
  <cp:keywords/>
  <dc:description>generated using python-pptx</dc:description>
  <cp:lastModifiedBy>Bogdan Gheorghe Balog</cp:lastModifiedBy>
  <cp:revision>2</cp:revision>
  <dcterms:created xsi:type="dcterms:W3CDTF">2013-01-27T09:14:16Z</dcterms:created>
  <dcterms:modified xsi:type="dcterms:W3CDTF">2025-10-22T17:22:53Z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0x01010066E7D76FDD2C1F49804D3DCAFEF7EFED</vt:lpwstr>
  </property>
</Properties>
</file>